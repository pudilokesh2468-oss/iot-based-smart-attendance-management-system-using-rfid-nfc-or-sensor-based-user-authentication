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ice" panose="020B0604020202020204" charset="0"/>
      <p:regular r:id="rId13"/>
    </p:embeddedFont>
    <p:embeddedFont>
      <p:font typeface="Lora" pitchFamily="2" charset="0"/>
      <p:regular r:id="rId14"/>
    </p:embeddedFont>
    <p:embeddedFont>
      <p:font typeface="Lora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779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jpeg"/><Relationship Id="rId9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13667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IoT-Based Smart Attendance Management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601442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Using RFID, NFC, or Sensor-Based User Authentication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Automating attendance tracking with secure, real-time identification and centralized monitoring</a:t>
            </a:r>
            <a:endParaRPr lang="en-US" sz="14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9907A-E7ED-6D08-B869-AF29FB3E8A4A}"/>
              </a:ext>
            </a:extLst>
          </p:cNvPr>
          <p:cNvSpPr txBox="1"/>
          <p:nvPr/>
        </p:nvSpPr>
        <p:spPr>
          <a:xfrm>
            <a:off x="9581673" y="6193008"/>
            <a:ext cx="15888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PUDI LOKESH</a:t>
            </a:r>
            <a:br>
              <a:rPr lang="en-IN"/>
            </a:br>
            <a:r>
              <a:rPr lang="en-IN"/>
              <a:t>323129520110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94035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Problem Statement</a:t>
            </a:r>
            <a:endParaRPr lang="en-US" sz="3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523305"/>
            <a:ext cx="2957538" cy="14118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5072" y="1698823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Inefficient Records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5485072" y="2072977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Manual registers and paper-based records are error-prone and slow down administrative processes.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064768"/>
            <a:ext cx="2957538" cy="14118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5072" y="3240286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Proxy Attendance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5485072" y="3614440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Fraudulent attendance undermines system integrity and data reliability.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606230"/>
            <a:ext cx="2957538" cy="14118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5072" y="4781748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 Real-Time Visibility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5485072" y="5155902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Lack of real-time monitoring leaves administrators without instant attendance insights.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9032" y="1523305"/>
            <a:ext cx="2957538" cy="141188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830744" y="1698823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Time-Consuming Process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8830744" y="2072977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Manual recording delays administrative workflows and wastes valuable time.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9032" y="3064768"/>
            <a:ext cx="2957538" cy="141188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830744" y="3240286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Human Error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8830744" y="3614440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Inaccurate data entry compromises the integrity of attendance records.</a:t>
            </a:r>
            <a:endParaRPr lang="en-US" sz="12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9032" y="4606230"/>
            <a:ext cx="2957538" cy="1411883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830744" y="4781748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Need for Automation</a:t>
            </a:r>
            <a:endParaRPr lang="en-US" sz="1500" dirty="0"/>
          </a:p>
        </p:txBody>
      </p:sp>
      <p:sp>
        <p:nvSpPr>
          <p:cNvPr id="21" name="Text 12"/>
          <p:cNvSpPr/>
          <p:nvPr/>
        </p:nvSpPr>
        <p:spPr>
          <a:xfrm>
            <a:off x="8830744" y="5155902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Organizations require an automated, accurate, secure, and intelligent attendance solution.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6651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Proposed Solution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06873"/>
            <a:ext cx="6931050" cy="3927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62354" y="1549698"/>
            <a:ext cx="307411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Automated Recording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462354" y="1923852"/>
            <a:ext cx="3074117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Eliminates manual entry — attendance is captured instantly and accurately.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62354" y="2694682"/>
            <a:ext cx="307411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Multi-Modal Authentication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62354" y="3068836"/>
            <a:ext cx="3074117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RFID, NFC, or sensor-based methods identify authorized users securely.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62354" y="3839666"/>
            <a:ext cx="307411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Centralized Monitoring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62354" y="4213820"/>
            <a:ext cx="3074117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 attendance data is collected, stored, and accessible through a unified platform.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62354" y="4984651"/>
            <a:ext cx="307411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Real-Time Updates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62354" y="5358805"/>
            <a:ext cx="3074117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Instant data transmission ensures administrators always have current information.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19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Objectives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340346"/>
            <a:ext cx="5362044" cy="1564680"/>
          </a:xfrm>
          <a:prstGeom prst="roundRect">
            <a:avLst>
              <a:gd name="adj" fmla="val 1586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826769" y="1505645"/>
            <a:ext cx="496081" cy="496094"/>
          </a:xfrm>
          <a:prstGeom prst="ellipse">
            <a:avLst/>
          </a:prstGeom>
          <a:solidFill>
            <a:srgbClr val="1B5F3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192" y="1641971"/>
            <a:ext cx="223237" cy="2232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6769" y="2146399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Automate Recording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6769" y="2491680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Eliminate manual attendance entry entirely.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68176" y="1340346"/>
            <a:ext cx="5362044" cy="1564680"/>
          </a:xfrm>
          <a:prstGeom prst="roundRect">
            <a:avLst>
              <a:gd name="adj" fmla="val 1586"/>
            </a:avLst>
          </a:prstGeom>
          <a:solidFill>
            <a:srgbClr val="F0EDE6"/>
          </a:solidFill>
          <a:ln/>
        </p:spPr>
      </p:sp>
      <p:sp>
        <p:nvSpPr>
          <p:cNvPr id="9" name="Shape 6"/>
          <p:cNvSpPr/>
          <p:nvPr/>
        </p:nvSpPr>
        <p:spPr>
          <a:xfrm>
            <a:off x="6333470" y="1505645"/>
            <a:ext cx="496081" cy="496094"/>
          </a:xfrm>
          <a:prstGeom prst="ellipse">
            <a:avLst/>
          </a:prstGeom>
          <a:solidFill>
            <a:srgbClr val="1B5F3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9893" y="1641971"/>
            <a:ext cx="223237" cy="2232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3470" y="2146399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Prevent Proxy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33470" y="2491680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Block unauthorized access and fraudulent attendance.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61475" y="3049687"/>
            <a:ext cx="5362044" cy="1564680"/>
          </a:xfrm>
          <a:prstGeom prst="roundRect">
            <a:avLst>
              <a:gd name="adj" fmla="val 1586"/>
            </a:avLst>
          </a:prstGeom>
          <a:solidFill>
            <a:srgbClr val="F0EDE6"/>
          </a:solidFill>
          <a:ln/>
        </p:spPr>
      </p:sp>
      <p:sp>
        <p:nvSpPr>
          <p:cNvPr id="14" name="Shape 10"/>
          <p:cNvSpPr/>
          <p:nvPr/>
        </p:nvSpPr>
        <p:spPr>
          <a:xfrm>
            <a:off x="826769" y="3214985"/>
            <a:ext cx="496081" cy="496094"/>
          </a:xfrm>
          <a:prstGeom prst="ellipse">
            <a:avLst/>
          </a:prstGeom>
          <a:solidFill>
            <a:srgbClr val="1B5F3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192" y="3351312"/>
            <a:ext cx="223237" cy="2232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6769" y="3855740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Secure Authentication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6769" y="4201021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Provide robust user verification mechanisms.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68176" y="3049687"/>
            <a:ext cx="5362044" cy="1564680"/>
          </a:xfrm>
          <a:prstGeom prst="roundRect">
            <a:avLst>
              <a:gd name="adj" fmla="val 1586"/>
            </a:avLst>
          </a:prstGeom>
          <a:solidFill>
            <a:srgbClr val="F0EDE6"/>
          </a:solidFill>
          <a:ln/>
        </p:spPr>
      </p:sp>
      <p:sp>
        <p:nvSpPr>
          <p:cNvPr id="19" name="Shape 14"/>
          <p:cNvSpPr/>
          <p:nvPr/>
        </p:nvSpPr>
        <p:spPr>
          <a:xfrm>
            <a:off x="6333470" y="3214985"/>
            <a:ext cx="496081" cy="496094"/>
          </a:xfrm>
          <a:prstGeom prst="ellipse">
            <a:avLst/>
          </a:prstGeom>
          <a:solidFill>
            <a:srgbClr val="1B5F3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9893" y="3351312"/>
            <a:ext cx="223237" cy="2232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33470" y="3855740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Real-Time Monitoring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333470" y="4201021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Enable instant attendance visibility and notifications.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61475" y="4759027"/>
            <a:ext cx="5362044" cy="1564680"/>
          </a:xfrm>
          <a:prstGeom prst="roundRect">
            <a:avLst>
              <a:gd name="adj" fmla="val 1586"/>
            </a:avLst>
          </a:prstGeom>
          <a:solidFill>
            <a:srgbClr val="F0EDE6"/>
          </a:solidFill>
          <a:ln/>
        </p:spPr>
      </p:sp>
      <p:sp>
        <p:nvSpPr>
          <p:cNvPr id="24" name="Shape 18"/>
          <p:cNvSpPr/>
          <p:nvPr/>
        </p:nvSpPr>
        <p:spPr>
          <a:xfrm>
            <a:off x="826769" y="4924326"/>
            <a:ext cx="496081" cy="496094"/>
          </a:xfrm>
          <a:prstGeom prst="ellipse">
            <a:avLst/>
          </a:prstGeom>
          <a:solidFill>
            <a:srgbClr val="1B5F39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3192" y="5060652"/>
            <a:ext cx="223237" cy="22324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6769" y="5565080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Improve Accuracy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826769" y="5910362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Enhance data integrity and attendance record quality.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168176" y="4759027"/>
            <a:ext cx="5362044" cy="1564680"/>
          </a:xfrm>
          <a:prstGeom prst="roundRect">
            <a:avLst>
              <a:gd name="adj" fmla="val 1586"/>
            </a:avLst>
          </a:prstGeom>
          <a:solidFill>
            <a:srgbClr val="F0EDE6"/>
          </a:solidFill>
          <a:ln/>
        </p:spPr>
      </p:sp>
      <p:sp>
        <p:nvSpPr>
          <p:cNvPr id="29" name="Shape 22"/>
          <p:cNvSpPr/>
          <p:nvPr/>
        </p:nvSpPr>
        <p:spPr>
          <a:xfrm>
            <a:off x="6333470" y="4924326"/>
            <a:ext cx="496081" cy="496094"/>
          </a:xfrm>
          <a:prstGeom prst="ellipse">
            <a:avLst/>
          </a:prstGeom>
          <a:solidFill>
            <a:srgbClr val="1B5F39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9893" y="5060652"/>
            <a:ext cx="223237" cy="22324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33470" y="5565080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Generate Reports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6333470" y="5910362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Produce accurate, detailed attendance reports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071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User Authentication Methods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29383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20784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RFID Technology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616523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Identifies authorized users through RFID cards or tags read by dedicated RFID readers. Fast, contactless, and reliable for high-traffic environments.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1729383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20784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NFC Technology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616523"/>
            <a:ext cx="346542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Enables user identification through NFC-enabled smartphones or cards via short-range contactless communication. Convenient and widely supported.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1729383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20784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Biometric / Sensor-Based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616523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Authenticates users using fingerprint, facial recognition, or other sensor-based methods. Highest security — no card or device required.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1475" y="5341243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D7F4E4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82" y="5608935"/>
            <a:ext cx="236234" cy="189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5577483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system can utilize one or a combination of these methods for enhanced security and flexibility.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System Components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018334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Hardware Layer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220839"/>
            <a:ext cx="5315512" cy="389334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RFID Reader &amp; Tags: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Captures and identifies RFID-tagged user credentials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NFC Module: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Contactless authentication through NFC-enabled devices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Biometric Sensors: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Fingerprint or facial recognition modules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660378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Connectivity &amp; Software Layer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21058" y="3862884"/>
            <a:ext cx="5315512" cy="389334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IoT Communication Modules: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Transmit authentication and attendance data across the network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Cloud Connectivity: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Secure data storage and centralized access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Monitoring Dashboard:</a:t>
            </a: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Real-time attendance visibility and administrative control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6723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Working Principle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23553"/>
            <a:ext cx="10868745" cy="4890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8699" y="1370781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Approach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298699" y="1748317"/>
            <a:ext cx="1902004" cy="382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reaches authentication point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179801" y="5039022"/>
            <a:ext cx="1912454" cy="29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Identification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179801" y="5416558"/>
            <a:ext cx="1912454" cy="382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RFID, NFC, or sensor detects user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40002" y="1334203"/>
            <a:ext cx="1902003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Verification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040002" y="1711739"/>
            <a:ext cx="1902003" cy="382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Credentials checked against database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21104" y="4943495"/>
            <a:ext cx="1902004" cy="29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Recording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921104" y="5321031"/>
            <a:ext cx="1902004" cy="573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Attendance entry recorded and timestamped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1475" y="6097588"/>
            <a:ext cx="1147833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end-to-end workflow ensures every authentication event is captured, verified, timestamped, and made instantly available to administrators — with no manual intervention required at any stage.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83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Dashboard and Monitoring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37010"/>
            <a:ext cx="5339820" cy="1391543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1826022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Attendance Records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2234704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Complete history of user check-ins and check-outs with full audit trail.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1637010"/>
            <a:ext cx="5339919" cy="1391543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6379308" y="1826022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Authentication Logs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79308" y="2234704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Detailed logs of all authentication attempts, successes, and failures.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217565"/>
            <a:ext cx="5339820" cy="1391543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0" name="Text 8"/>
          <p:cNvSpPr/>
          <p:nvPr/>
        </p:nvSpPr>
        <p:spPr>
          <a:xfrm>
            <a:off x="850482" y="3406577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Entry &amp; Exit Times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0482" y="3815259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Precise timestamps for every arrival and departure event.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217565"/>
            <a:ext cx="5339919" cy="1391543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6379308" y="3406577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Real-Time Alerts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79308" y="3815259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Instant notifications for unauthorized access attempts or anomalies.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4798120"/>
            <a:ext cx="5339820" cy="1391543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850482" y="4987131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Attendance Statistics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50482" y="5395813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Aggregated data on attendance patterns, trends, and summaries.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90301" y="4798120"/>
            <a:ext cx="5339919" cy="1391543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9" name="Text 17"/>
          <p:cNvSpPr/>
          <p:nvPr/>
        </p:nvSpPr>
        <p:spPr>
          <a:xfrm>
            <a:off x="6379308" y="4987131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Custom Reports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379308" y="5395813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Customizable attendance reports for analysis and compliance needs.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Benefits and Applications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2096393"/>
            <a:ext cx="365413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Benefits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6895" y="2301825"/>
            <a:ext cx="141681" cy="1416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8549" y="2297113"/>
            <a:ext cx="334706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Improved accuracy and elimination of proxy attendance</a:t>
            </a:r>
            <a:endParaRPr lang="en-US" sz="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6895" y="2684512"/>
            <a:ext cx="141681" cy="1416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8549" y="2679799"/>
            <a:ext cx="334706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Reduced administrative workload and faster recording</a:t>
            </a:r>
            <a:endParaRPr lang="en-US" sz="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6895" y="3067199"/>
            <a:ext cx="141681" cy="1416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8549" y="3062486"/>
            <a:ext cx="334706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Secure authentication with real-time monitoring</a:t>
            </a:r>
            <a:endParaRPr lang="en-US" sz="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6895" y="3449886"/>
            <a:ext cx="141681" cy="1416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8549" y="3445173"/>
            <a:ext cx="334706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Better record management and accurate report generation</a:t>
            </a:r>
            <a:endParaRPr lang="en-US" sz="7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538" y="939006"/>
            <a:ext cx="6983932" cy="395763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61475" y="5020568"/>
            <a:ext cx="108687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Where It Can Be Deployed</a:t>
            </a:r>
            <a:endParaRPr lang="en-US" sz="900" dirty="0"/>
          </a:p>
        </p:txBody>
      </p:sp>
      <p:sp>
        <p:nvSpPr>
          <p:cNvPr id="14" name="Shape 7"/>
          <p:cNvSpPr/>
          <p:nvPr/>
        </p:nvSpPr>
        <p:spPr>
          <a:xfrm>
            <a:off x="661475" y="5239048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F0EDE6"/>
          </a:solidFill>
          <a:ln/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641" y="5451673"/>
            <a:ext cx="141681" cy="14168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86716" y="5333504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Schools</a:t>
            </a:r>
            <a:endParaRPr lang="en-US" sz="900" dirty="0"/>
          </a:p>
        </p:txBody>
      </p:sp>
      <p:sp>
        <p:nvSpPr>
          <p:cNvPr id="17" name="Shape 9"/>
          <p:cNvSpPr/>
          <p:nvPr/>
        </p:nvSpPr>
        <p:spPr>
          <a:xfrm>
            <a:off x="661475" y="5853311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F0EDE6"/>
          </a:solidFill>
          <a:ln/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9641" y="6065937"/>
            <a:ext cx="141681" cy="14168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86716" y="5947767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Colleges &amp; Universities</a:t>
            </a:r>
            <a:endParaRPr lang="en-US" sz="900" dirty="0"/>
          </a:p>
        </p:txBody>
      </p:sp>
      <p:sp>
        <p:nvSpPr>
          <p:cNvPr id="20" name="Shape 11"/>
          <p:cNvSpPr/>
          <p:nvPr/>
        </p:nvSpPr>
        <p:spPr>
          <a:xfrm>
            <a:off x="661475" y="6467574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F0EDE6"/>
          </a:solidFill>
          <a:ln/>
        </p:spPr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9641" y="6680200"/>
            <a:ext cx="141681" cy="14168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086716" y="6562030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Corporate Offices</a:t>
            </a:r>
            <a:endParaRPr lang="en-US" sz="900" dirty="0"/>
          </a:p>
        </p:txBody>
      </p:sp>
      <p:sp>
        <p:nvSpPr>
          <p:cNvPr id="23" name="Shape 13"/>
          <p:cNvSpPr/>
          <p:nvPr/>
        </p:nvSpPr>
        <p:spPr>
          <a:xfrm>
            <a:off x="661475" y="7081838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F0EDE6"/>
          </a:solidFill>
          <a:ln/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9641" y="7294463"/>
            <a:ext cx="141681" cy="141684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086716" y="7176294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Industries</a:t>
            </a:r>
            <a:endParaRPr lang="en-US" sz="900" dirty="0"/>
          </a:p>
        </p:txBody>
      </p:sp>
      <p:sp>
        <p:nvSpPr>
          <p:cNvPr id="26" name="Shape 15"/>
          <p:cNvSpPr/>
          <p:nvPr/>
        </p:nvSpPr>
        <p:spPr>
          <a:xfrm>
            <a:off x="661475" y="7696101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F0EDE6"/>
          </a:solidFill>
          <a:ln/>
        </p:spPr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9641" y="7908727"/>
            <a:ext cx="141681" cy="141684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1086716" y="7790557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Training Centers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3301"/>
            <a:ext cx="6296860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Conclusion</a:t>
            </a:r>
            <a:endParaRPr lang="en-US" sz="3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1231205"/>
            <a:ext cx="6315909" cy="8588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1991" y="1250255"/>
            <a:ext cx="609634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Intelligent Automation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861991" y="1587798"/>
            <a:ext cx="609634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IoT-based system replaces inefficient traditional attendance methods with seamless, intelligent automation.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2331045"/>
            <a:ext cx="6315909" cy="8588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1991" y="2350095"/>
            <a:ext cx="609634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Secure Authentication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861991" y="2687638"/>
            <a:ext cx="609634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RFID, NFC, or sensor-based authentication enables secure and automated user identification at every touchpoint.</a:t>
            </a:r>
            <a:endParaRPr lang="en-US" sz="1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3430885"/>
            <a:ext cx="6315909" cy="8588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61991" y="3449935"/>
            <a:ext cx="609634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Centralized &amp; Real-Time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861991" y="3787477"/>
            <a:ext cx="609634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IoT and cloud connectivity support centralized, real-time attendance management accessible from anywhere.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4530725"/>
            <a:ext cx="6315909" cy="8588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61991" y="4549775"/>
            <a:ext cx="609634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Empowered Administration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861991" y="4887317"/>
            <a:ext cx="609634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Dashboards and instant notifications empower administrators to monitor and act on attendance data efficiently.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905051" y="5684441"/>
            <a:ext cx="605328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Smart attendance management drives operational excellence and organizational success.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61475" y="5527477"/>
            <a:ext cx="19050" cy="797123"/>
          </a:xfrm>
          <a:prstGeom prst="roundRect">
            <a:avLst>
              <a:gd name="adj" fmla="val 49999"/>
            </a:avLst>
          </a:prstGeom>
          <a:solidFill>
            <a:srgbClr val="1B5F3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650</Words>
  <Application>Microsoft Office PowerPoint</Application>
  <PresentationFormat>Widescreen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Lora Bold</vt:lpstr>
      <vt:lpstr>Alice</vt:lpstr>
      <vt:lpstr>Lora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3</cp:revision>
  <dcterms:created xsi:type="dcterms:W3CDTF">2026-08-20T04:28:34Z</dcterms:created>
  <dcterms:modified xsi:type="dcterms:W3CDTF">2026-10-02T17:21:46Z</dcterms:modified>
</cp:coreProperties>
</file>